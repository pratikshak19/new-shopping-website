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Trendora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Personalized Smart Shopping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Myntra-style shop + private admin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College / vlg project 2025-26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Why 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Not only a cart.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People shop by mood, budget and occasion.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Style + shop in one student system.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Build discover -&gt; style -&gt; pay -&gt; track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and a private admin desk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without a real warehouse.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Inspiration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Myntra — PDP, Insider, Studio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Flipkart — deals, coupons, COD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Meesho — affordable catalogue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Who sees what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Everyone: customer shop + OTP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Only owner: /staff admin desk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No public add / delete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Customer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Search, filter, sort, size chart, PIN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Reviews, wishlist, compare, bag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Coupons, checkout, orders, returns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Shopping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AI Style Assistant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Type a Hindi/English wish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Get a complete outfit under budget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Shopping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7 moods  |  Budget lock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Complete this look on PDP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Photo -&gt; similar colour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Smart Shopping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Why we recommend this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Eco Score + eco filter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Smart cart  |  Student Mode + CAMPUS10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Admin desk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Hidden /staff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admin@trendora.in / admin123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3-step Add item -&gt; Publish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Orders / returns / coupons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UI pages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   |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StoreContext + styleEngine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   |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products.js + localStorage v2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Money formula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grand = subtotal - coupon + ship + wrap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Free ship &gt;= Rs 999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1 Insider point / Rs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Order 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Confirmed -&gt; Packed -&gt; Shipped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-&gt; Out for delivery -&gt; Delivered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Cancel before ship · Return after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Live demo script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1. Customer OTP login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2. /style college look under 1000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3. Open a dress -&gt; complete look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4. Smart cart suggestion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5. /staff add a new item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Testing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19 cases: looks, mood, budget,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eco, photo, OTP, staff gate,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stock, pipeline, refresh.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Be honest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No real money.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OTP is simulated.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Photo match is colour, not AI cloud.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Nothing ships.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Documents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Project report — PDF + Word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How it was built — PDF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Presentation — PPTX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63040"/>
            <a:ext cx="10607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10607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Questions?</a:t>
            </a:r>
          </a:p>
          <a:p>
            <a:pPr>
              <a:spcAft>
                <a:spcPts val="800"/>
              </a:spcAft>
              <a:defRPr sz="2200">
                <a:solidFill>
                  <a:srgbClr val="E6D6D0"/>
                </a:solidFill>
              </a:defRPr>
            </a:pPr>
            <a:r>
              <a:t>Shop · /style · /staff · /documents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3F6C"/>
                </a:solidFill>
              </a:defRPr>
            </a:pPr>
            <a:r>
              <a:t>TRENDORA  ·  COLLEGE PROJECT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