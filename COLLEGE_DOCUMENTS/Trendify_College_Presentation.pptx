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3F6C"/>
                </a:solidFill>
                <a:latin typeface="Calibri"/>
              </a:rPr>
              <a:t>COLLEGE PROJECT  ·  SHOPPING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Georgia"/>
              </a:rPr>
              <a:t>Trendora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9D2CC"/>
                </a:solidFill>
                <a:latin typeface="Calibri"/>
              </a:rPr>
              <a:t>Shop the trend. Live the style.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D9D2CC"/>
                </a:solidFill>
                <a:latin typeface="Calibri"/>
              </a:rPr>
              <a:t>A full mall — fashion, electronics, beauty, home and kids — with smart kits, not only clothes.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Department of Computer Science  ·  Academic year 2025–26  ·  Simulated checkout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What we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Why Trendora — problem and goal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Who uses the site — customer vs admin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Shopping features (Myntra / Meesho style)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What makes it unique — quiz, kits, festivals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How it is built — React + Vite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Live demo path and honest limits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Conclusion and viva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Catalogue clones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Most student shops only list products. The shopper still does not know what to buy under a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No decision help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4314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7194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Too many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194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Owner, seller, reseller logins confuse a viva. Shoppers should never add products.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7194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Need two doors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8548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1428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Fake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1428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Putting bank / UPI details on a college SPA does not move money and is unsafe.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1428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Simulate, do not charge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What Trendora must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One shopping website for many departments — not a clothing boutique, not Blinkit grocery.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Customer can browse, filter, bag, coupon, pay (demo) and track an order.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Only a logged-in customer can place an order.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Only admin can add, edit or hide products from a private /staff desk.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Help the shopper decide: quiz, look of the day, festival radar, lifestyle kits.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English UI, unique product photos, no repeated images.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INSPIRATION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Habits we copied — and what we did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Myntra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Category shop, filters, wishlist, bag, Insider-style points, Studio content, complete-the-look.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Fashion-first 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4314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7194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Flipkart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194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Deals, coupons, COD, PIN check, order timeline Confirmed → Delivered.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7194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Tracking, not live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8548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1428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Meesho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1428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Affordable campus prices and a simple catalogue. We did not add reseller login.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1428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Price + clarity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Only two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Customer  ·  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First name, last name, any email, password. Then OTP 1923. New email creates an account. Shop, bag, checkout,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demo@trendora.in / demo123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4314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7194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Admin  ·  /staff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194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Private desk. Add item, hide SKU, move order status, coupons, returns. Customers who type /admin are sent home.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7194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admin@trendora.in / admin123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8548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1428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Not in this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1428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Owner, seller and reseller doors were removed so the viva stays clear: shop vs catalogue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1428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Two roles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Customer shopping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Home, Shop by category, search, brand / rating / discount filters, sort.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Product page: colour, size, PIN, reviews, questions, complete this look, add to cart / buy now.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Bag, coupons (TREND10, FESTIVE20, WELCOME100, FREESHIP, INSIDER15, CAMPUS10), gift wrap.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Checkout only after login → address → Razorpay-style pay sheet or COD.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My orders: Confirmed → Packed → Shipped → Out for delivery → Delivered.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Wishlist, compare, Insider points, help tickets, returns after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Why visit Trendora — not another clone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60-second Style Quiz (/quiz) — occasion, budget, vibe, gender → complete look + add full look.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Look of the day on Home — changes with the calendar, campus budget.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Festival Radar (/festivals) — Indian dates (Freshers, Ganesh, Navratri, Diwali…) with days left.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I already own this (/own) — extras only; owned piece is not forced into the cart.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Lifestyle kits (/kits) — campus, tech, beauty, home, gift, kids mix departments under one cap.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Crowd score on looks. Full mall, not clothing-only.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STYLE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Personalized smart shopping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/style assistant: type a wish, lock a budget, pick a mood (cute, party, formal…).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Complete-the-look on the product page (matching shoes, bag, extra).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Why we recommend this + Eco score + Student Mode.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Smart cart: “your look is almost complete — add this?”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All of this stays on the same Trendora shop — we did not build a second website.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Private admin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Hidden door: footer Admin or type /staff. Public /login rejects admin.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3-step Add a new item: name → price &amp; stock → photo → Publish. It appears on Shop.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Catalogue: edit or hide. Orders: advance the timeline so tracking updates for the customer.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Returns, coupons, tickets, reports, store settings (announcement, free-ship minimum).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Viva line: shoppers never add or delete products.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Login and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Guest may browse and fill the bag. Checkout / Buy now without login → /login?next=/checkout.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After OTP 1923 the shopper returns to checkout. Bag is not lost.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placeOrder refuses anyone who is not a customer.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Payment: Trendora Pay sheet (UPI, cards, netbanking, wallets) or COD — demo, no charge, no bank details.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Admin never needs OTP 1923. Staff password is separate.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How it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React 18 + Vite. React Router for pages. CSS in one design language (rose on navy).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SPA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4314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7194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194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StoreContext: users, catalogue, cart, orders in the browser (localStorage v2).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7194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No backend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8548" y="1325880"/>
            <a:ext cx="3503066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1428" y="1554480"/>
            <a:ext cx="31373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3F6C"/>
                </a:solidFill>
                <a:latin typeface="Calibri"/>
              </a:rPr>
              <a:t>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1428" y="2423160"/>
            <a:ext cx="313730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82C3F"/>
                </a:solidFill>
                <a:latin typeface="Calibri"/>
              </a:rPr>
              <a:t>styleEngine builds looks and kits. security.js hashes passwords and checks OTP 1923.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1428" y="4709160"/>
            <a:ext cx="313730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080"/>
                </a:solidFill>
                <a:latin typeface="Calibri"/>
              </a:rPr>
              <a:t>Client-side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Pages (Home, Shop, Quiz, Checkout, /staff Admin) talk to StoreContext.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products.js is the seed catalogue with unique /images/products photos.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styleEngine.js scores slots and budgets for looks / kits / festivals.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RequireRole guards /admin/*. Unknown /owner and /seller routes redirect.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Refresh keeps the bag because state is saved in the browser — good for a viva without a server.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Price and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Grand total = subtotal − coupon + shipping + gift wrap (₹49).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Free delivery when subtotal ≥ ₹999, or coupon FREESHIP.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Insider: 1 point per ₹10. Elite / Icon unlock INSIDER15.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Student Mode + CAMPUS10. Stock falls when an order is placed.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Cancel before ship. Return / exchange only after Delivered.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Live demo script (8 minutes)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1. Home — Why visit, Look of the day, Festival banner, Shop by category.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2. Quiz — four taps, add full look, show crowd score.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3. Kits — campus starter mixes bag + notes + shoes (not only clothes).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4. Logout → Checkout → auto login → first name, last name, OTP 1923 → pay demo → order Confirmed.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5. /staff admin123 → Add a new item → Publish → open Shop and show the new card.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6. Advance order to Packed / Shipped so tracking moves.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What we checked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Add to cart actually increases the bag count.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Guest cannot place an order; customer can.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Wrong OTP is rejected; 1923 works for every customer and new account.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Admin cannot log in on /login; customer cannot open /admin.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Women / Accessories photos match the category. No two SKUs share the same image file.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Order timeline and admin status stay in sync after refresh.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Be honest in the viva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No real Razorpay / UPI / bank. Putting IFSC on admin would not transfer money.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OTP is simulated (always 1923). No SMS gateway.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Passwords are hashed in the browser — still not a bank-grade server.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localStorage is a teaching stand-in for a REST API.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Nothing ships. This is an academic shopping-website project.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To go live: backend + Razorpay merchant KYC + host on Vercel after GitHub push.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If this were a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Node / Spring API and a real database.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Razorpay Orders API + webhook → Confirmed only after paid.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Cloud images and admin photo upload.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Email / SMS OTP from a provider.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82C3F"/>
                </a:solidFill>
                <a:latin typeface="Calibri"/>
              </a:rPr>
              <a:t>•  PWA install and better mobile nav.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3F6C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2E"/>
                </a:solidFill>
                <a:latin typeface="Georgia"/>
              </a:rPr>
              <a:t>One sentence for the examiner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82C3F"/>
                </a:solidFill>
                <a:latin typeface="Calibri"/>
              </a:rPr>
              <a:t>Trendora is a full shopping website, not a clothing boutique and not a quick-commerce app.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82C3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82C3F"/>
                </a:solidFill>
                <a:latin typeface="Calibri"/>
              </a:rPr>
              <a:t>It copies the useful habits of Myntra and Flipkart, then adds decision tools — quiz, kits, festivals — while keeping a private admin desk and a simulated, safe checkout for college.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F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9D2CC"/>
                </a:solidFill>
                <a:latin typeface="Calibri"/>
              </a:rPr>
              <a:t>Questions?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9D2CC"/>
                </a:solidFill>
                <a:latin typeface="Calibri"/>
              </a:rPr>
              <a:t>Demo: /login  ·  OTP 1923   |   Admin: /staff  ·  admin123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9D2CC"/>
                </a:solidFill>
                <a:latin typeface="Calibri"/>
              </a:rPr>
              <a:t>Quiz  ·  Kits  ·  Festivals  ·  /documents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Trendora  ·  Shop the trend. Live the style.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