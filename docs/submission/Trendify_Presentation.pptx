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Trendora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A multi-authority shopping website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Meesho · Myntra · Flipkart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College / vlg project 2025–26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Everyone already shops online.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E-commerce teaches data + money + identity + UX.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Four logins make the viva complete.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Build discover → decide → pay → track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and a seller / admin / owner back-office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without a real warehouse.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Inspiration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Myntra — PDP, size chart, Insider, Studio, returns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Flipkart — deals, coupons, COD, timeline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Meesho — seller listing + commission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Four authorities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Customer — shop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Seller — catalogue + earnings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Admin — operations desk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Owner — people, policy, GMV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Customer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Search, filter, sort, size chart, PIN check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Reviews, Q&amp;A, wishlist, compare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Bag, coupons, gift wrap, checkout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Orders, cancel, return, Insider,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Seller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List / edit / hide SKUs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See only own order lines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Payout = sale − commission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Admin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All catalogue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Order pipeline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Returns &amp; refunds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Coupons &amp; tickets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Block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Owner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Everything admin can do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Create admin / seller logins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Change roles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Commission, free-ship, announcement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UI pages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   ↓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StoreContext (use cases)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   ↓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products.js + localStorage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Money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grand = subtotal − coupon + ship + wrap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Free ship ≥ Rs 999 (owner can change)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1 Insider point / Rs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Order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Confirmed → Packed → Shipped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→ Out for delivery → Delivered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Cancel before ship · Return after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Live demo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1. Customer buys a dress + FESTIVE20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2. Admin marks Delivered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3. Customer requests return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4. Seller adds a SKU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5. Owner creates a staff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14 cases: search, coupon min, PIN,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stock drop, pipeline, return,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role guard, block, refresh.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Be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No real money.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Passwords not hashed on a server.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Nothing ships.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Simulation with production UX.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Project report — PDF + Word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How it was built — PDF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Presentation — PPTX +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Questions?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Store · /login role cards · /documents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